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D43F63-F4DA-7570-4262-C543D43025D1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E09A27-2BD4-1D65-4AB9-C74589C93F60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AE95AB-4C7E-0D1D-B92A-425F81BE7AA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6AC617-0AE2-DD34-9408-4AC48F2A0C7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C89F58-9DC6-CDD5-20F8-78D1900A648F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0976A9-D896-D230-59E6-D54E284988B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62F385-9783-DB07-D621-17EB93F240BC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121589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00430148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456599906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1532382182" name="Rectangle 9"/>
          <p:cNvSpPr/>
          <p:nvPr/>
        </p:nvSpPr>
        <p:spPr bwMode="auto"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1692857968" name="Title 1"/>
          <p:cNvSpPr>
            <a:spLocks noGrp="1"/>
          </p:cNvSpPr>
          <p:nvPr>
            <p:ph type="ctrTitle"/>
          </p:nvPr>
        </p:nvSpPr>
        <p:spPr bwMode="auto"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26917074" name="Subtitle 2"/>
          <p:cNvSpPr>
            <a:spLocks noGrp="1"/>
          </p:cNvSpPr>
          <p:nvPr>
            <p:ph type="subTitle" idx="1"/>
          </p:nvPr>
        </p:nvSpPr>
        <p:spPr bwMode="auto"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56224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1936444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40983097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255346" y="2750337"/>
            <a:ext cx="1171888" cy="1356442"/>
          </a:xfrm>
        </p:spPr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3675134" name="Picture 14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220940719" name="Picture 15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2652368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5810652" name="Rectangle 17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839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844136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275238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6130672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2374412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1314569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-1" y="4086906"/>
            <a:ext cx="10437812" cy="321164"/>
          </a:xfrm>
          <a:prstGeom prst="rect">
            <a:avLst/>
          </a:prstGeom>
        </p:spPr>
      </p:pic>
      <p:pic>
        <p:nvPicPr>
          <p:cNvPr id="109301903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57096836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551332" name="Rectangle 9"/>
          <p:cNvSpPr/>
          <p:nvPr/>
        </p:nvSpPr>
        <p:spPr bwMode="auto"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939783" name="Title 1"/>
          <p:cNvSpPr>
            <a:spLocks noGrp="1"/>
          </p:cNvSpPr>
          <p:nvPr>
            <p:ph type="title"/>
          </p:nvPr>
        </p:nvSpPr>
        <p:spPr bwMode="auto"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373370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9673225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5234790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19937117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2869895"/>
            <a:ext cx="1154151" cy="1090789"/>
          </a:xfrm>
        </p:spPr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5664454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917702525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12248525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234557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7976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7533426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0319" y="2336873"/>
            <a:ext cx="4698358" cy="3599316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4599913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594123" y="2336873"/>
            <a:ext cx="4700058" cy="3599316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202172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47524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9436450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3801724" name="Picture 9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033544975" name="Picture 10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20197795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0610053" name="Rectangle 12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679215" name="Title 1"/>
          <p:cNvSpPr>
            <a:spLocks noGrp="1"/>
          </p:cNvSpPr>
          <p:nvPr>
            <p:ph type="title"/>
          </p:nvPr>
        </p:nvSpPr>
        <p:spPr bwMode="auto">
          <a:xfrm>
            <a:off x="680319" y="753229"/>
            <a:ext cx="9613863" cy="1080937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962993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06349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891480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0322" y="3030008"/>
            <a:ext cx="4698355" cy="2906179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79209332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655182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594123" y="3030008"/>
            <a:ext cx="4700059" cy="2906179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016244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66973252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2847494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87156" name="Picture 5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17470977" name="Picture 6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141798316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534081" name="Rectangle 8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2320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462466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81290513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28846566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4780704" name="Picture 4" descr="HD-ShadowShort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528904205" name="Rectangle 5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41914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79029965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40536442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6681946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927656773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32855738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6374576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966756" name="Title 1"/>
          <p:cNvSpPr>
            <a:spLocks noGrp="1"/>
          </p:cNvSpPr>
          <p:nvPr>
            <p:ph type="title"/>
          </p:nvPr>
        </p:nvSpPr>
        <p:spPr bwMode="auto"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37885366" name="Content Placeholder 2"/>
          <p:cNvSpPr>
            <a:spLocks noGrp="1"/>
          </p:cNvSpPr>
          <p:nvPr>
            <p:ph idx="1"/>
          </p:nvPr>
        </p:nvSpPr>
        <p:spPr bwMode="auto">
          <a:xfrm>
            <a:off x="4685846" y="2336873"/>
            <a:ext cx="5608336" cy="3599313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8154607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878171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6681834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4074383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6800874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582919821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9152089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8191489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5268350" name="Title 1"/>
          <p:cNvSpPr>
            <a:spLocks noGrp="1"/>
          </p:cNvSpPr>
          <p:nvPr>
            <p:ph type="title"/>
          </p:nvPr>
        </p:nvSpPr>
        <p:spPr bwMode="auto">
          <a:xfrm>
            <a:off x="680323" y="753227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10709415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4868332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4368292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485268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57190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7083913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460645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47723478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9093435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430019" name="Rectangle 10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396346" name="Title 1"/>
          <p:cNvSpPr>
            <a:spLocks noGrp="1"/>
          </p:cNvSpPr>
          <p:nvPr>
            <p:ph type="title"/>
          </p:nvPr>
        </p:nvSpPr>
        <p:spPr bwMode="auto"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93740437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680322" y="609597"/>
            <a:ext cx="9613859" cy="3589574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9365147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0604135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4140573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75312357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11309"/>
            <a:ext cx="1154151" cy="1090789"/>
          </a:xfrm>
        </p:spPr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6851387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246891102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358361336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5747209" name="Rectangle 10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597417" name="Title 1"/>
          <p:cNvSpPr>
            <a:spLocks noGrp="1"/>
          </p:cNvSpPr>
          <p:nvPr>
            <p:ph type="title"/>
          </p:nvPr>
        </p:nvSpPr>
        <p:spPr bwMode="auto"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792327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0152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6101746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2855110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11615"/>
            <a:ext cx="1154151" cy="1090789"/>
          </a:xfrm>
        </p:spPr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86598" name="Picture 10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645226283" name="Picture 12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260230492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674388" name="Rectangle 14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9150418" name="Title 1"/>
          <p:cNvSpPr>
            <a:spLocks noGrp="1"/>
          </p:cNvSpPr>
          <p:nvPr>
            <p:ph type="title"/>
          </p:nvPr>
        </p:nvSpPr>
        <p:spPr bwMode="auto"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15578744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681160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8855576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9652883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200105926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  <p:sp>
        <p:nvSpPr>
          <p:cNvPr id="106292562" name="TextBox 15"/>
          <p:cNvSpPr txBox="1"/>
          <p:nvPr/>
        </p:nvSpPr>
        <p:spPr bwMode="auto">
          <a:xfrm>
            <a:off x="583572" y="74811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72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2012156249" name="TextBox 16"/>
          <p:cNvSpPr txBox="1"/>
          <p:nvPr/>
        </p:nvSpPr>
        <p:spPr bwMode="auto">
          <a:xfrm>
            <a:off x="9662809" y="3033524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72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0250167" name="Picture 8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96337437" name="Picture 9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637085075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0784577" name="Rectangle 11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1153951" name="Title 1"/>
          <p:cNvSpPr>
            <a:spLocks noGrp="1"/>
          </p:cNvSpPr>
          <p:nvPr>
            <p:ph type="title"/>
          </p:nvPr>
        </p:nvSpPr>
        <p:spPr bwMode="auto"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5276815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19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781801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500180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28461303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1950347" name="Picture 12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05302390" name="Picture 13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28993510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164288" name="Rectangle 16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6593774" name="Title 1"/>
          <p:cNvSpPr>
            <a:spLocks noGrp="1"/>
          </p:cNvSpPr>
          <p:nvPr>
            <p:ph type="title"/>
          </p:nvPr>
        </p:nvSpPr>
        <p:spPr bwMode="auto">
          <a:xfrm>
            <a:off x="669222" y="753227"/>
            <a:ext cx="9624960" cy="1080938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938731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82472459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62880563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272725859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604479322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75149833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4888570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0404055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21458573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Picture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3774931" name="Picture 14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688901153" name="Picture 15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591032524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2564884" name="Rectangle 17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8301706" name="Title 1"/>
          <p:cNvSpPr>
            <a:spLocks noGrp="1"/>
          </p:cNvSpPr>
          <p:nvPr>
            <p:ph type="title"/>
          </p:nvPr>
        </p:nvSpPr>
        <p:spPr bwMode="auto">
          <a:xfrm>
            <a:off x="680322" y="753227"/>
            <a:ext cx="9613860" cy="1080938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305949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024741281" name="Picture Placeholder 2"/>
          <p:cNvSpPr>
            <a:spLocks noGrp="1" noChangeAspect="1"/>
          </p:cNvSpPr>
          <p:nvPr>
            <p:ph type="pic" idx="15"/>
          </p:nvPr>
        </p:nvSpPr>
        <p:spPr bwMode="auto"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371220453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8236985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61835213" name="Picture Placeholder 2"/>
          <p:cNvSpPr>
            <a:spLocks noGrp="1" noChangeAspect="1"/>
          </p:cNvSpPr>
          <p:nvPr>
            <p:ph type="pic" idx="21"/>
          </p:nvPr>
        </p:nvSpPr>
        <p:spPr bwMode="auto"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476530152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121990192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65286520" name="Picture Placeholder 2"/>
          <p:cNvSpPr>
            <a:spLocks noGrp="1" noChangeAspect="1"/>
          </p:cNvSpPr>
          <p:nvPr>
            <p:ph type="pic" idx="22"/>
          </p:nvPr>
        </p:nvSpPr>
        <p:spPr bwMode="auto"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851637126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3102906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72853613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4614829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0827155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548700697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080909163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941379" name="Rectangle 9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38512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496445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8711783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979677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892595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770245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0316906" name="Rectangle 7"/>
          <p:cNvSpPr/>
          <p:nvPr/>
        </p:nvSpPr>
        <p:spPr bwMode="auto"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94266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0129231" y="609597"/>
            <a:ext cx="1073802" cy="4353760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5259624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0322" y="609597"/>
            <a:ext cx="8870004" cy="5326589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94053009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807126" y="5936187"/>
            <a:ext cx="2743200" cy="365125"/>
          </a:xfrm>
        </p:spPr>
        <p:txBody>
          <a:bodyPr/>
          <a:lstStyle/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119405854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80321" y="5936188"/>
            <a:ext cx="6126805" cy="365125"/>
          </a:xfrm>
        </p:spPr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15340359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3418119" name="Picture 6" descr="hashOverlay-FullResolve.png"/>
          <p:cNvPicPr>
            <a:picLocks noChangeAspect="1"/>
          </p:cNvPicPr>
          <p:nvPr/>
        </p:nvPicPr>
        <p:blipFill rotWithShape="1">
          <a:blip r:embed="rId19">
            <a:alphaModFix amt="10000"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16207077" name="Title Placeholder 1"/>
          <p:cNvSpPr>
            <a:spLocks noGrp="1"/>
          </p:cNvSpPr>
          <p:nvPr>
            <p:ph type="title"/>
          </p:nvPr>
        </p:nvSpPr>
        <p:spPr bwMode="auto">
          <a:xfrm>
            <a:off x="680321" y="753227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774140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37704206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98716E7-9C6A-4546-93C5-14FD647611C6}" type="datetimeFigureOut">
              <a:rPr lang="en-NZ"/>
              <a:t>14/07/2026</a:t>
            </a:fld>
            <a:endParaRPr lang="en-NZ"/>
          </a:p>
        </p:txBody>
      </p:sp>
      <p:sp>
        <p:nvSpPr>
          <p:cNvPr id="9042356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20959682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4D64B3C-4F5E-4650-A5DC-5422C790CF42}" type="slidenum">
              <a:rPr lang="en-NZ"/>
              <a:t>‹#›</a:t>
            </a:fld>
            <a:endParaRPr lang="en-NZ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327830" name="Title 1"/>
          <p:cNvSpPr>
            <a:spLocks noGrp="1"/>
          </p:cNvSpPr>
          <p:nvPr>
            <p:ph type="ctrTitle"/>
          </p:nvPr>
        </p:nvSpPr>
        <p:spPr bwMode="auto">
          <a:xfrm>
            <a:off x="690908" y="4710482"/>
            <a:ext cx="4835833" cy="940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NZ" sz="4800"/>
              <a:t>Progress Report</a:t>
            </a:r>
            <a:endParaRPr/>
          </a:p>
        </p:txBody>
      </p:sp>
      <p:sp>
        <p:nvSpPr>
          <p:cNvPr id="2072259592" name="Subtitle 2"/>
          <p:cNvSpPr>
            <a:spLocks noGrp="1"/>
          </p:cNvSpPr>
          <p:nvPr>
            <p:ph type="subTitle" idx="1"/>
          </p:nvPr>
        </p:nvSpPr>
        <p:spPr bwMode="auto">
          <a:xfrm>
            <a:off x="690908" y="5650118"/>
            <a:ext cx="8133477" cy="40656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NZ" sz="1800" dirty="0">
                <a:solidFill>
                  <a:srgbClr val="FFFFFF"/>
                </a:solidFill>
              </a:rPr>
              <a:t>Studio 5  B</a:t>
            </a:r>
            <a:r>
              <a:rPr lang="en-US" sz="1800">
                <a:solidFill>
                  <a:srgbClr val="FFFFFF"/>
                </a:solidFill>
              </a:rPr>
              <a:t>3</a:t>
            </a:r>
            <a:r>
              <a:rPr lang="en-NZ" sz="1800">
                <a:solidFill>
                  <a:srgbClr val="FFFFFF"/>
                </a:solidFill>
              </a:rPr>
              <a:t> 202</a:t>
            </a:r>
            <a:r>
              <a:rPr lang="en-US" sz="1800" dirty="0">
                <a:solidFill>
                  <a:srgbClr val="FFFFFF"/>
                </a:solidFill>
              </a:rPr>
              <a:t>6</a:t>
            </a:r>
            <a:endParaRPr dirty="0"/>
          </a:p>
        </p:txBody>
      </p:sp>
      <p:sp>
        <p:nvSpPr>
          <p:cNvPr id="645131273" name="TextBox 4"/>
          <p:cNvSpPr txBox="1"/>
          <p:nvPr/>
        </p:nvSpPr>
        <p:spPr bwMode="auto">
          <a:xfrm>
            <a:off x="9119125" y="5377089"/>
            <a:ext cx="3069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NZ"/>
              <a:t>Learner 1 Name</a:t>
            </a:r>
            <a:endParaRPr/>
          </a:p>
          <a:p>
            <a:pPr>
              <a:defRPr/>
            </a:pPr>
            <a:r>
              <a:rPr lang="en-NZ"/>
              <a:t>Learner 2 Name</a:t>
            </a:r>
            <a:endParaRPr/>
          </a:p>
        </p:txBody>
      </p:sp>
      <p:pic>
        <p:nvPicPr>
          <p:cNvPr id="2" name="Picture 1" descr="P1#yIS1">
            <a:extLst>
              <a:ext uri="{FF2B5EF4-FFF2-40B4-BE49-F238E27FC236}">
                <a16:creationId xmlns:a16="http://schemas.microsoft.com/office/drawing/2014/main" id="{3EA4E73A-583E-E30A-C230-73F090408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418" y="1813221"/>
            <a:ext cx="5527679" cy="1932992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405593" name="Title 1"/>
          <p:cNvSpPr>
            <a:spLocks noGrp="1"/>
          </p:cNvSpPr>
          <p:nvPr>
            <p:ph type="title"/>
          </p:nvPr>
        </p:nvSpPr>
        <p:spPr bwMode="auto">
          <a:xfrm>
            <a:off x="0" y="2888531"/>
            <a:ext cx="12191999" cy="10809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NZ" sz="6000"/>
              <a:t>Week X </a:t>
            </a:r>
            <a:br>
              <a:rPr lang="en-NZ" sz="6000"/>
            </a:br>
            <a:endParaRPr lang="en-NZ" sz="6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94671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GB" sz="3200"/>
              <a:t>Summary of Last Week's Activities</a:t>
            </a:r>
            <a:endParaRPr lang="en-NZ" sz="3200"/>
          </a:p>
        </p:txBody>
      </p:sp>
      <p:sp>
        <p:nvSpPr>
          <p:cNvPr id="759996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NZ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82425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GB" sz="3200"/>
              <a:t>Objectives and Key Initiatives for the Coming Week</a:t>
            </a:r>
            <a:endParaRPr lang="en-NZ" sz="3200"/>
          </a:p>
        </p:txBody>
      </p:sp>
      <p:sp>
        <p:nvSpPr>
          <p:cNvPr id="11908327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NZ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95046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GB" sz="3200"/>
              <a:t>Key Deliverables and Milestones for This Week</a:t>
            </a:r>
            <a:endParaRPr lang="en-NZ" sz="3200"/>
          </a:p>
        </p:txBody>
      </p:sp>
      <p:sp>
        <p:nvSpPr>
          <p:cNvPr id="2666457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NZ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529066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NZ" sz="3200"/>
              <a:t>Challenges and Obstacles Encountered</a:t>
            </a:r>
            <a:endParaRPr/>
          </a:p>
        </p:txBody>
      </p:sp>
      <p:sp>
        <p:nvSpPr>
          <p:cNvPr id="7681070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NZ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683040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NZ" sz="3200"/>
              <a:t>Recognised Achievements and Contributions</a:t>
            </a:r>
            <a:endParaRPr/>
          </a:p>
        </p:txBody>
      </p:sp>
      <p:sp>
        <p:nvSpPr>
          <p:cNvPr id="20130304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NZ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Berlin">
      <a:fillStyleLst>
        <a:solidFill>
          <a:schemeClr val="phClr"/>
        </a:solidFill>
        <a:gradFill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Berlin">
      <a:fillStyleLst>
        <a:solidFill>
          <a:schemeClr val="phClr"/>
        </a:solidFill>
        <a:gradFill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10</TotalTime>
  <Words>52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Berlin</vt:lpstr>
      <vt:lpstr>Progress Report</vt:lpstr>
      <vt:lpstr>Week X  </vt:lpstr>
      <vt:lpstr>Summary of Last Week's Activities</vt:lpstr>
      <vt:lpstr>Objectives and Key Initiatives for the Coming Week</vt:lpstr>
      <vt:lpstr>Key Deliverables and Milestones for This Week</vt:lpstr>
      <vt:lpstr>Challenges and Obstacles Encountered</vt:lpstr>
      <vt:lpstr>Recognised Achievements and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Masoud Shakiba</dc:creator>
  <cp:lastModifiedBy>Sonia Gul</cp:lastModifiedBy>
  <cp:revision>6</cp:revision>
  <dcterms:created xsi:type="dcterms:W3CDTF">2025-03-26T00:22:58Z</dcterms:created>
  <dcterms:modified xsi:type="dcterms:W3CDTF">2026-07-13T21:37:18Z</dcterms:modified>
</cp:coreProperties>
</file>